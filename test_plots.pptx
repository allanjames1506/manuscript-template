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65"/>
  </p:normalViewPr>
  <p:slideViewPr>
    <p:cSldViewPr snapToGrid="0">
      <p:cViewPr>
        <p:scale>
          <a:sx n="120" d="100"/>
          <a:sy n="120" d="100"/>
        </p:scale>
        <p:origin x="-208" y="2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659388-399F-E718-2DF9-17196AA034F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F3E753C-3F16-108B-7B68-50BD1D319B2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98FCD8-1AB5-6AB6-53D7-A8C32771DF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7D8BF9-6F2D-5C42-9EBB-33FDDB867B6E}" type="datetimeFigureOut">
              <a:rPr lang="en-US" smtClean="0"/>
              <a:t>11/8/25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B26687-204D-B073-8DEA-D461F71A0D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9B1391-8C56-D9FC-8516-A6702800AC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FA612A-CEEC-984F-BEC8-92BFBF4A70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45014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BD5008-D1BE-F023-A93F-80B174CDD4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E1A565-2849-FD8A-2F4D-3A4760F708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30E26B-D236-82FE-349C-8D02D20B26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7D8BF9-6F2D-5C42-9EBB-33FDDB867B6E}" type="datetimeFigureOut">
              <a:rPr lang="en-US" smtClean="0"/>
              <a:t>11/8/25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6A977B-94C2-E298-B0E4-774F56AB24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61EB2E-1B50-C001-383D-CB7F1AFBE8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FA612A-CEEC-984F-BEC8-92BFBF4A70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77892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3B1BD7-B07D-F9E7-B3CB-196589CB9D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35DC2A2-97E5-49EA-1564-951499FE0D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E169AF-F9CE-4D11-DB65-F63133DF23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7D8BF9-6F2D-5C42-9EBB-33FDDB867B6E}" type="datetimeFigureOut">
              <a:rPr lang="en-US" smtClean="0"/>
              <a:t>11/8/25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5781F7-8754-770E-0F01-4F6C73F735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0F3FDE-270B-FE7A-B68C-31B583E6D7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FA612A-CEEC-984F-BEC8-92BFBF4A70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90785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71EF86-0B2C-7C53-45B4-409E8F8816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68A5A7-DD37-3C51-0EFE-B430BE8C4BA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BE36571-CAE2-2073-9854-6FA3964D0BD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0A1B9B1-96AD-BEAC-EFB0-0B97C2EC56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7D8BF9-6F2D-5C42-9EBB-33FDDB867B6E}" type="datetimeFigureOut">
              <a:rPr lang="en-US" smtClean="0"/>
              <a:t>11/8/25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5717DF5-D7EE-DDE4-59B6-7B01828140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069805F-9647-16E1-071F-AF7926B894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FA612A-CEEC-984F-BEC8-92BFBF4A70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28905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714D17-479B-3A65-2911-8FCB49AC57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5B3EF64-316C-69CB-E004-4CFDEFB178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20DF48B-B9D2-D862-F867-09237ADE752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57AA90A-E0BD-4A5A-1D3F-11C1A6E612C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941B36F-FBFC-68D0-5524-6A906138DCF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E8157CA-EA4E-A609-553F-9CC6BE0B36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7D8BF9-6F2D-5C42-9EBB-33FDDB867B6E}" type="datetimeFigureOut">
              <a:rPr lang="en-US" smtClean="0"/>
              <a:t>11/8/25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14D7DF9-AC15-A063-DC7E-E2BD393427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23B34DA-CD08-C19E-621C-B5E2EC8C51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FA612A-CEEC-984F-BEC8-92BFBF4A70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02928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5F4CC4-28F8-AA73-013F-1294F2A911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7D977FF-B387-BA57-6662-9E00D6D126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7D8BF9-6F2D-5C42-9EBB-33FDDB867B6E}" type="datetimeFigureOut">
              <a:rPr lang="en-US" smtClean="0"/>
              <a:t>11/8/25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B556975-D40B-85B7-1B1B-7DC70789FC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BA62848-06BA-5049-2F14-27F6269827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FA612A-CEEC-984F-BEC8-92BFBF4A70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1105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BE6185C-C95D-C104-B1B9-FC7800691B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7D8BF9-6F2D-5C42-9EBB-33FDDB867B6E}" type="datetimeFigureOut">
              <a:rPr lang="en-US" smtClean="0"/>
              <a:t>11/8/25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C0EE7C3-06C2-9879-D105-E4880A2241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DB47DF5-00C4-DA28-F25B-EF299254AE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FA612A-CEEC-984F-BEC8-92BFBF4A70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17962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8653E7-E237-79B9-C899-601C2D8A91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B8535C-CDCC-7504-0407-32171D93F9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51B018-0F54-A914-30BB-0D8DF72A5CF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FDEC0C3-1475-7421-4153-09C4D60022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7D8BF9-6F2D-5C42-9EBB-33FDDB867B6E}" type="datetimeFigureOut">
              <a:rPr lang="en-US" smtClean="0"/>
              <a:t>11/8/25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3AF51A1-4EC6-47C5-43A0-415D79127A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CD152D2-1F8C-25CA-D09C-97C944E397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FA612A-CEEC-984F-BEC8-92BFBF4A70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13418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134B08-7B74-4B3D-DAFC-DB09F46695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C9F76A2-9116-D44A-33F4-4707DFC6723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168B74F-B206-8A51-66C6-F2E8ED845FE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3EAC9DE-CAA1-487A-9EA0-0879EE0300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7D8BF9-6F2D-5C42-9EBB-33FDDB867B6E}" type="datetimeFigureOut">
              <a:rPr lang="en-US" smtClean="0"/>
              <a:t>11/8/25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6B101C1-70AB-DF8D-0B39-38DFFA4B78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2FD094-5BDB-E5F2-073D-FF1665F74C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FA612A-CEEC-984F-BEC8-92BFBF4A70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74345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F1C2C6-8698-D0F9-9B67-EFFC8506A1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3878E61-0A50-3B33-D562-7853A16DBE3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465B2A-08F6-5DFA-5E41-FD5171C65E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7D8BF9-6F2D-5C42-9EBB-33FDDB867B6E}" type="datetimeFigureOut">
              <a:rPr lang="en-US" smtClean="0"/>
              <a:t>11/8/25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87AE6F-ECA8-5F25-C61A-516F7B841C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587E12-BC04-662D-EBC5-F3E56FA084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FA612A-CEEC-984F-BEC8-92BFBF4A70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31053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40FBA27-A925-8BB3-9035-77CCE800362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0F82D4D-C7A2-03DE-A4BB-773B4DA52A9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6ABA77-2FCC-01C5-2593-5E17023E2B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7D8BF9-6F2D-5C42-9EBB-33FDDB867B6E}" type="datetimeFigureOut">
              <a:rPr lang="en-US" smtClean="0"/>
              <a:t>11/8/25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17D241-3B60-25D0-1B6D-5F3585DA3B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CF827E-7700-DA43-3D7D-8EC8891A0E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FA612A-CEEC-984F-BEC8-92BFBF4A70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03782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1A9E78E-B16B-D0DA-AD5E-E7EF892F4E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A808B92-367D-F006-E03D-B9D686D0B3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65275D-10F3-6101-D24A-43DB7DACE84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67D8BF9-6F2D-5C42-9EBB-33FDDB867B6E}" type="datetimeFigureOut">
              <a:rPr lang="en-US" smtClean="0"/>
              <a:t>11/8/25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093A88-F15F-4AB6-19FF-CC588E5AA48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84A9A6-9821-D10E-6192-77503D6619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EFA612A-CEEC-984F-BEC8-92BFBF4A70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70058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" name="Picture 38" descr="A graph of a graph&#10;&#10;Description automatically generated with medium confidence">
            <a:extLst>
              <a:ext uri="{FF2B5EF4-FFF2-40B4-BE49-F238E27FC236}">
                <a16:creationId xmlns:a16="http://schemas.microsoft.com/office/drawing/2014/main" id="{DB9BCBDA-7545-2577-DBF6-9D50D88EE7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4691" y="142874"/>
            <a:ext cx="2492959" cy="6647891"/>
          </a:xfrm>
          <a:prstGeom prst="rect">
            <a:avLst/>
          </a:prstGeom>
        </p:spPr>
      </p:pic>
      <p:pic>
        <p:nvPicPr>
          <p:cNvPr id="41" name="Picture 40" descr="A graph of a graph of a number of different types of graphs&#10;&#10;Description automatically generated with medium confidence">
            <a:extLst>
              <a:ext uri="{FF2B5EF4-FFF2-40B4-BE49-F238E27FC236}">
                <a16:creationId xmlns:a16="http://schemas.microsoft.com/office/drawing/2014/main" id="{1E0AB0C5-9ECB-EF6D-4344-D59FF2AD11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57650" y="142874"/>
            <a:ext cx="2116336" cy="5643563"/>
          </a:xfrm>
          <a:prstGeom prst="rect">
            <a:avLst/>
          </a:prstGeom>
        </p:spPr>
      </p:pic>
      <p:pic>
        <p:nvPicPr>
          <p:cNvPr id="43" name="Picture 42" descr="A graph of a graph of a number of different types of graphs&#10;&#10;Description automatically generated with medium confidence">
            <a:extLst>
              <a:ext uri="{FF2B5EF4-FFF2-40B4-BE49-F238E27FC236}">
                <a16:creationId xmlns:a16="http://schemas.microsoft.com/office/drawing/2014/main" id="{BDED7A81-D359-DBCB-576F-4D113982FC4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36906" y="142874"/>
            <a:ext cx="257175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3962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1449</TotalTime>
  <Words>0</Words>
  <Application>Microsoft Macintosh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Allan James</dc:creator>
  <cp:lastModifiedBy>Allan James</cp:lastModifiedBy>
  <cp:revision>2</cp:revision>
  <dcterms:created xsi:type="dcterms:W3CDTF">2025-11-08T08:04:19Z</dcterms:created>
  <dcterms:modified xsi:type="dcterms:W3CDTF">2025-11-09T08:13:58Z</dcterms:modified>
</cp:coreProperties>
</file>